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· INTELLIGENT CANDIDATE DISCOVERY &amp; RANKING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100,000 candidates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way a recruiter actually reads a resume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4343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title-gated hybrid ranker built CPU-only, no GPU, no network calls --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data-driven discovery that shaped its central design decision.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92640" y="548640"/>
            <a:ext cx="1828800" cy="1828800"/>
          </a:xfrm>
          <a:prstGeom prst="ellipse">
            <a:avLst/>
          </a:prstGeom>
          <a:solidFill>
            <a:srgbClr val="1E9C8B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4937760"/>
            <a:ext cx="1188720" cy="1188720"/>
          </a:xfrm>
          <a:prstGeom prst="ellipse">
            <a:avLst/>
          </a:prstGeom>
          <a:solidFill>
            <a:srgbClr val="1E9C8B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Harshdeep Singh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github.com/Harshdeep47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01 -- 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100K candidates the way a great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 would -- not by keyword match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331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JD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456432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the role actually needs, not just extract words from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21031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9432" y="2331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🔎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99432" y="2971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whole profile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9432" y="3456432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history, skills, behavioral signals, platform activity -- the full picture.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21031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5904" y="2331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375904" y="2971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 the shortlist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75904" y="3456432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ranked list a recruiter could actually trust and act 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A223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3492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the brief names explicitly: </a:t>
            </a:r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candidate who has all the AI keywords listed as skills but whose title is ‘Marketing Manager’ is not a fit, no matter how perfect their skill list looks.”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02 -- EXPLORATION, NOT ASSUMPTION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writing a scorer, I read the data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6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profiles, 1 fixed JD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383280" y="2057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6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383280" y="27889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in India; rest spread across 7 countries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0" y="2057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6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217920" y="27889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skill names -- a closed vocabulary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052560" y="2057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6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052560" y="27889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job titles -- also closed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0642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adversarial patterns surfaced immediately: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572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~5,500 </a:t>
            </a:r>
            <a:pPr indent="0" marL="0">
              <a:buNone/>
            </a:pPr>
            <a:r>
              <a:rPr lang="en-US" sz="130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" y="50292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titles (HR Manager, Sales Executive...) paired with templated “AI enthusiast” summary language -- the brief's keyword-stuffing trap, at scale.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44348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4572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</a:t>
            </a:r>
            <a:pPr indent="0" marL="0">
              <a:buNone/>
            </a:pPr>
            <a:r>
              <a:rPr lang="en-US" sz="130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50292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profiles: “expert” skill with 0 months' use, or years-of-experience that doesn't add up against career history.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03 -- THE DISCOVERY THAT SHAPED EVERYTHING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Titles are trustworthy. Free text isn't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-- not equally, anyway.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checked whether each career_history entry's description actually matches its own title topically.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titles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5120640" cy="502920"/>
          </a:xfrm>
          <a:prstGeom prst="roundRect">
            <a:avLst>
              <a:gd name="adj" fmla="val 9091"/>
            </a:avLst>
          </a:prstGeom>
          <a:solidFill>
            <a:srgbClr val="2A344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246120"/>
            <a:ext cx="5120640" cy="502920"/>
          </a:xfrm>
          <a:prstGeom prst="roundRect">
            <a:avLst>
              <a:gd name="adj" fmla="val 9091"/>
            </a:avLst>
          </a:prstGeom>
          <a:solidFill>
            <a:srgbClr val="1E9C8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461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content matches the role's own title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titles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3246120"/>
            <a:ext cx="5120640" cy="502920"/>
          </a:xfrm>
          <a:prstGeom prst="roundRect">
            <a:avLst>
              <a:gd name="adj" fmla="val 9091"/>
            </a:avLst>
          </a:prstGeom>
          <a:solidFill>
            <a:srgbClr val="2A3445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3246120"/>
            <a:ext cx="819302" cy="502920"/>
          </a:xfrm>
          <a:prstGeom prst="roundRect">
            <a:avLst>
              <a:gd name="adj" fmla="val 9091"/>
            </a:avLst>
          </a:prstGeom>
          <a:solidFill>
            <a:srgbClr val="C855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246120"/>
            <a:ext cx="13679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3840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rate -- the other 84% are shuffled in from an unrelated pool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212B3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34924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has to be the dominant, trustworthy signal for relevance. Free text (description, summary, self-reported skills) can confirm depth once relevance is established by title -- it cannot grant relevance on its own.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04 -- FOUND THE HARD 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 of the pipeline put an HR Manager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top 100. Here's why.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BEFEC"/>
          </a:solidFill>
          <a:ln w="15875">
            <a:solidFill>
              <a:srgbClr val="C855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CAND_0059448  --  rank #100, v1 output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54203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"HR Manager at Wipro... directly relevant skills: Recommendation Systems (advanced), Sentence Transformers (advanced), FAISS (intermediate)"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skills looked great. Career history (HR, then Content Writing) had nothing to do with ML/AI/search. v1 had no mechanism to weigh that.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6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1E9C8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4251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title_relevance_gate()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80060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Multiplicative gate over a closed taxonomy of all 48 titles: direct / adjacent / weak / none.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5112" y="4297680"/>
            <a:ext cx="457200" cy="457200"/>
          </a:xfrm>
          <a:prstGeom prst="ellipse">
            <a:avLst/>
          </a:prstGeom>
          <a:solidFill>
            <a:srgbClr val="1E9C8B"/>
          </a:solidFill>
          <a:ln/>
        </p:spPr>
      </p:sp>
      <p:sp>
        <p:nvSpPr>
          <p:cNvPr id="14" name="Text 12"/>
          <p:cNvSpPr/>
          <p:nvPr/>
        </p:nvSpPr>
        <p:spPr>
          <a:xfrm>
            <a:off x="4325112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19472" y="4251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Title-gated production_signal_score()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25112" y="480060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trust career-history descriptions attached to a plausibly-relevant title.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1584" y="4297680"/>
            <a:ext cx="457200" cy="457200"/>
          </a:xfrm>
          <a:prstGeom prst="ellipse">
            <a:avLst/>
          </a:prstGeom>
          <a:solidFill>
            <a:srgbClr val="1E9C8B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95944" y="4251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Title-gated reasoning quotes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01584" y="480060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present a shuffled, untrustworthy description as evidence in the output.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05 --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stages: precompute once, rank in seconds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A344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candidates.jsonl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records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0" y="2148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7A5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06040" y="18288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1E9C8B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precompute.py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51760" y="2331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+ TF-IDF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~45-80s, not time-boxed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83480" y="2148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7A5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03520" y="182880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2A3445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965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artifacts/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49240" y="2331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+ npz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to disk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0" y="2148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7A5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60920" y="18288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1E9C8B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rank.py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06640" y="2331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score + gates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~4-5s, the deliverable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738360" y="2148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7A5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058400" y="18288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A344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submission.csv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104120" y="23317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100, ranked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split matters: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397764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time-boxes ranking to ≤5 min / ≤16GB / CPU-only / no network -- but not the work needed to get there. Splitting lets the expensive one-time cost (TF-IDF fit over 100K docs) sit outside the budget entirely, while the actual graded step stays a few seconds even at full scale.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55080" y="3566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TF-IDF, not a neural embedding model: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397764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sentence-transformers first. It pulls a multi-GB CUDA/PyTorch stack even for CPU-only inference -- exactly the dependency bloat that risks breaking a clean Docker rebuild. The vocabulary here is narrow and mostly closed (133 skills, 48 titles, one JD), so TF-IDF + cosine similarity does the job with zero exotic dependencies and fully auditable scores.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06 -- THE HYBRID SCORE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Additive for fit, multiplicative for disqualifiers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26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SCORE  (weighted sum, 0–1)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6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21488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794760" y="214884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vs. JD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56946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6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569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 score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94760" y="256946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assessment &gt; self-report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99008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6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99008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signal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94760" y="299008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shipped-to-prod language, title-gated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41071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6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410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94760" y="341071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recency, response rate, open-to-work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83133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6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8313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fit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794760" y="383133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JD's 6–8yr ideal band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25196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6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25196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fit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94760" y="42519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Pune/Noida &gt; other India &gt; abroad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67258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6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67258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period fit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794760" y="467258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sub-30-day preferred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1783080"/>
            <a:ext cx="0" cy="448056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MULTIPLICATIVE GATES  (0–1, applied after)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214884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title_relevance_gate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601200" y="214884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0.05-1.0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24414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gate -- see slide 4/5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37960" y="277977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visa_gate_penalty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601200" y="277977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37960" y="307238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non-India + not willing to relocate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37960" y="341071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consulting_only_penalty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601200" y="341071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37960" y="3703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career history at consulting firms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37960" y="404164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cv_speech_only_penalty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601200" y="404164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37960" y="43342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CV/speech-heavy, no NLP/IR depth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37960" y="467258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architecture_only_penalty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601200" y="467258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37960" y="49651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senior, hasn't coded in 18+ months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37960" y="530352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title_chaser_penalty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601200" y="530352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37960" y="55961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ladder-climbing via company-hopping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537960" y="593445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suppression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9601200" y="593445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537960" y="62270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impossible-profile sanity flags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07 --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final output actually looks like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212B3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411480" cy="411480"/>
          </a:xfrm>
          <a:prstGeom prst="ellipse">
            <a:avLst/>
          </a:prstGeom>
          <a:solidFill>
            <a:srgbClr val="1E9C8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0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Tier-S titles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top-100 candidate currently holds a direct ML/AI/search role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212B3A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103120"/>
            <a:ext cx="411480" cy="411480"/>
          </a:xfrm>
          <a:prstGeom prst="ellipse">
            <a:avLst/>
          </a:prstGeom>
          <a:solidFill>
            <a:srgbClr val="1E9C8B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0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6517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honeypots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0632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top 100 (68 found across the full pool, all suppressed)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212B3A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103120"/>
            <a:ext cx="411480" cy="411480"/>
          </a:xfrm>
          <a:prstGeom prst="ellipse">
            <a:avLst/>
          </a:prstGeom>
          <a:solidFill>
            <a:srgbClr val="1E9C8B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0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26517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keyword decoys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30632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~5,500-candidate aspirational-AI trap, fully filtered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212B3A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89120"/>
            <a:ext cx="411480" cy="411480"/>
          </a:xfrm>
          <a:prstGeom prst="ellipse">
            <a:avLst/>
          </a:prstGeom>
          <a:solidFill>
            <a:srgbClr val="1E9C8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0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49377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 / 100 India-based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non-India, all confirmed willing to relocate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41148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212B3A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4389120"/>
            <a:ext cx="411480" cy="411480"/>
          </a:xfrm>
          <a:prstGeom prst="ellipse">
            <a:avLst/>
          </a:prstGeom>
          <a:solidFill>
            <a:srgbClr val="1E9C8B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0"/>
                </a:solidFill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17720" y="49377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 sec runtime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53492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100K pool, cached artifacts, &lt;1GB RAM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41148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212B3A"/>
          </a:solidFill>
          <a:ln/>
        </p:spPr>
      </p:sp>
      <p:sp>
        <p:nvSpPr>
          <p:cNvPr id="30" name="Shape 28"/>
          <p:cNvSpPr/>
          <p:nvPr/>
        </p:nvSpPr>
        <p:spPr>
          <a:xfrm>
            <a:off x="8412480" y="4389120"/>
            <a:ext cx="411480" cy="411480"/>
          </a:xfrm>
          <a:prstGeom prst="ellipse">
            <a:avLst/>
          </a:prstGeom>
          <a:solidFill>
            <a:srgbClr val="1E9C8B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0"/>
                </a:solidFill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12480" y="49377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12480" y="53492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byte-identical output across repeated runs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08 -- HONEST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change with more time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2140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JD parsing is manual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06240" y="2121408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JD exists for this challenge, so I read it by hand. A real product needs an automated parser so the system generalizes without a code change.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1868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won't generalize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206240" y="3218688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for this single, narrow-vocabulary JD. A real product would want a cached neural embedding step (still no GPU at rank time) with TF-IDF as a fallback.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3159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is templated, not LLM-polished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06240" y="4315968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Deliberate, to guarantee zero hallucination under a no-network rank step. An offline, precompute-time LLM pass could improve phrasing without that risk.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30352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41324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Weights are reasoned, not learned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06240" y="5413248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 truth was available to fit against. With labeled outcomes this becomes a learned ranker (logistic regression / GBM) over the same feature set.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E9C8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broken, and fixed in public --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git history.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architectural decision in this deck traces back to a specific exploration finding or a specific bug found in real output -- not a guess. The commit history shows the v1 bug, the root-cause investigation, and the fix, in that order.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github.com/Harshdeep47/redrob-candidate-ranking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 Candidate Ranking -- Methodology</dc:title>
  <dc:subject>PptxGenJS Presentation</dc:subject>
  <dc:creator>Harshdeep Singh</dc:creator>
  <cp:lastModifiedBy>Harshdeep Singh</cp:lastModifiedBy>
  <cp:revision>1</cp:revision>
  <dcterms:created xsi:type="dcterms:W3CDTF">2026-06-26T05:31:16Z</dcterms:created>
  <dcterms:modified xsi:type="dcterms:W3CDTF">2026-06-26T05:31:16Z</dcterms:modified>
</cp:coreProperties>
</file>